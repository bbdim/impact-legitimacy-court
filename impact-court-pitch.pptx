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457200"/>
            <a:ext cx="914400" cy="914400"/>
          </a:xfrm>
          <a:prstGeom prst="rect">
            <a:avLst>
              <a:gd name="adj" fmla="val 1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0" y="1554480"/>
            <a:ext cx="3291840" cy="292608"/>
          </a:xfrm>
          <a:prstGeom prst="roundRect">
            <a:avLst/>
          </a:prstGeom>
          <a:solidFill>
            <a:srgbClr val="0C2233"/>
          </a:solidFill>
          <a:ln w="6350">
            <a:solidFill>
              <a:srgbClr val="1E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554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✦  Powered by GenLayer Intelligent Contracts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Legitimacy Court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FA6"/>
                </a:solidFill>
              </a:rPr>
              <a:t>AI judges Web3 impact claims.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A8FA6"/>
                </a:solidFill>
              </a:rPr>
              <a:t>Trustless verdicts. On-chain forever.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8BDF8"/>
                </a:solidFill>
              </a:rPr>
              <a:t>bbdim.github.io/impact-legitimacy-court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● LIVE ON GENLAYER TESTNET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Web3 Impact Claims Are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Unverifiable &amp; Unaccountable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651760" cy="25603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Greenwashing Everywhere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Projects claim to offset carbon, fund education, or save lives — with zero verifiable proof.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651760" cy="25603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Trustless Judge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3063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Verification is manual, centralized, and easily gamed by well-funded PR teams.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51760" cy="25603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Fraud Goes Unchecked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063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Investors and donors lose millions to projects that fabricate impact metrics.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The Web3 ecosystem needs a trustless, autonomous, AI-powered system to verify impact claims.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Legitimacy Court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A GenLayer Intelligent Contract that autonomously investigates Web3 projects and issues permanent on-chain verdicts.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1965960" cy="2651760"/>
          </a:xfrm>
          <a:prstGeom prst="rect">
            <a:avLst/>
          </a:prstGeom>
          <a:solidFill>
            <a:srgbClr val="111827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920240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Submit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Enter project name, website, and impact claims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920240"/>
            <a:ext cx="1965960" cy="2651760"/>
          </a:xfrm>
          <a:prstGeom prst="rect">
            <a:avLst/>
          </a:prstGeom>
          <a:solidFill>
            <a:srgbClr val="111827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920240"/>
            <a:ext cx="19659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Investigates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301752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Contract fetches live web data — no oracles needed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1965960" cy="265176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92024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Multi-AI Consensus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GPT-5, Claude, Gemini, DeepSeek all vote independently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920240"/>
            <a:ext cx="1965960" cy="265176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92024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 On-Chain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301752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Permanent, immutable record — Verified / Suspicious / Fraud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LIVE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on GenLayer Testnet</a:t>
            </a:r>
            <a:endParaRPr lang="en-US" sz="3000" dirty="0"/>
          </a:p>
        </p:txBody>
      </p:sp>
      <p:pic>
        <p:nvPicPr>
          <p:cNvPr id="4" name="Image 0" descr="/mnt/user-data/uploads/photo_2026-04-25_23-24-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84124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4572000"/>
            <a:ext cx="182880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5  Projects Judged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4572000"/>
            <a:ext cx="182880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  Fraud Detected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4572000"/>
            <a:ext cx="182880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3  Verified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REAL VERDICTS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Judges Real Projects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457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Gitcoin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Funded $60M+ in public goods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481328"/>
            <a:ext cx="128016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813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✦ Verified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13716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57400"/>
            <a:ext cx="457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574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KlimaDAO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Retired 25M tonnes of carbon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167128"/>
            <a:ext cx="128016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671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✦ Verified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20574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43200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432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Worldcoin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0449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World's largest identity network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852928"/>
            <a:ext cx="128016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8529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◈ Verified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27432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29000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290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Giveth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7307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Facilitated $10M in donations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3538728"/>
            <a:ext cx="128016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5387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◈ Suspicious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34290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14800"/>
            <a:ext cx="457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1148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CarbonZero DAO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4416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Offset 10M tonnes via NFTs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224528"/>
            <a:ext cx="128016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2245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✕ Fraud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0" y="4114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GenLayer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1148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02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Intelligent Contracts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Python-based smart contracts that natively access the internet — no oracles, no middleware.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002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5727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Multi-AI Consensus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920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GPT-5, Claude Sonnet 4.6, Gemini, DeepSeek, and Llama all vote independently on every verdict.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54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1272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Live Web Fetching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The contract visits project websites in real-time and reads content — no cached or stale 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154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1272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On-Chain Permanence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474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Every verdict is stored immutably on the GenLayer blockchain — tamper-proof and publicly verifiable.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Address: 0xFf6F8D726a325a3268FFabA8403D00EDb39Db1D3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Built, Deployed &amp; Working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965960" cy="2194560"/>
          </a:xfrm>
          <a:prstGeom prst="rect">
            <a:avLst/>
          </a:prstGeom>
          <a:solidFill>
            <a:srgbClr val="111827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63040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00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 Judged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On GenLayer testnet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965960" cy="219456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46304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600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2468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AI caught all fraud &amp; exaggerations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63040"/>
            <a:ext cx="1965960" cy="219456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463040"/>
            <a:ext cx="19659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600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2468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Reaching consensus per verdict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965960" cy="219456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46304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00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58000" y="2468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Built in one vibecoding session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Milestones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✅ Intelligent Contract deployed on GenLayer testnet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27939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✅ Live UI hosted on GitHub Pages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44398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✅ 5 real verdicts issued including fraud detection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60857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</a:rPr>
              <a:t>🔜 MetaMask wallet integration for public submissions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773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</a:rPr>
              <a:t>🔜 Mainnet deployment &amp; $ILC governance token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Deploy Capital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841248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54864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5361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828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MetaMask integration, public submission, UI improvements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54864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3591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Contract Audit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651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Security review of Intelligent Contract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0896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182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Mainnet 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4747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Gas fees and infrastructure for GenLayer mainnet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3192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4005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Marketing &amp; Community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2976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X content, partnerships, ImpactFi ecosystem growth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0C1E3A">
              <a:alpha val="70000"/>
            </a:srgbClr>
          </a:solidFill>
          <a:ln w="12700">
            <a:solidFill>
              <a:srgbClr val="0C1E3A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457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Court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FA6"/>
                </a:solidFill>
              </a:rPr>
              <a:t>Help us build the trust layer for Web3 impact.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A8FA6"/>
                </a:solidFill>
              </a:rPr>
              <a:t>Every project should face the court.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64008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2918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🌐 Live App 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32918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bbdim.github.io/impact-legitimacy-court/impact-legitimacy-court.html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3767328"/>
            <a:ext cx="64008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767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📦 GitHub 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37673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github.com/Bbdim/impact-legitimacy-court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4242816"/>
            <a:ext cx="64008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42428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⛓ Contract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424281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0xFf6F8D726a325a3268FFabA8403D00EDb39Db1D3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Built on GenLayer · Impact Legitimacy Court ©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Legitimacy Court</dc:title>
  <dc:subject>PptxGenJS Presentation</dc:subject>
  <dc:creator>PptxGenJS</dc:creator>
  <cp:lastModifiedBy>PptxGenJS</cp:lastModifiedBy>
  <cp:revision>1</cp:revision>
  <dcterms:created xsi:type="dcterms:W3CDTF">2026-04-25T22:27:36Z</dcterms:created>
  <dcterms:modified xsi:type="dcterms:W3CDTF">2026-04-25T22:27:36Z</dcterms:modified>
</cp:coreProperties>
</file>